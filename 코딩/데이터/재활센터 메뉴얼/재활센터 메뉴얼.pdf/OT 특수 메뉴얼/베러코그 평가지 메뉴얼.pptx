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00" d="100"/>
          <a:sy n="300" d="100"/>
        </p:scale>
        <p:origin x="3204" y="2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45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11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51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27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51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60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65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45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57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37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15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AD211-E841-4EB8-89C4-2312AE6272B1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AD980-DCA6-4E1E-B7DF-699870703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87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32656"/>
            <a:ext cx="8676456" cy="4880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1261" y="5359184"/>
            <a:ext cx="20569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ko-KR" altLang="en-US" dirty="0"/>
              <a:t>아 이 </a:t>
            </a:r>
            <a:r>
              <a:rPr lang="ko-KR" altLang="en-US" dirty="0" err="1"/>
              <a:t>디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smtClean="0"/>
              <a:t>admin</a:t>
            </a:r>
            <a:endParaRPr lang="ko-KR" altLang="en-US" dirty="0"/>
          </a:p>
          <a:p>
            <a:pPr fontAlgn="base"/>
            <a:r>
              <a:rPr lang="ko-KR" altLang="en-US" dirty="0"/>
              <a:t>비밀번호 </a:t>
            </a:r>
            <a:r>
              <a:rPr lang="en-US" altLang="ko-KR" dirty="0"/>
              <a:t>: admin 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111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2" y="332656"/>
            <a:ext cx="8046156" cy="4525963"/>
          </a:xfrm>
        </p:spPr>
      </p:pic>
      <p:sp>
        <p:nvSpPr>
          <p:cNvPr id="5" name="TextBox 4"/>
          <p:cNvSpPr txBox="1"/>
          <p:nvPr/>
        </p:nvSpPr>
        <p:spPr>
          <a:xfrm>
            <a:off x="611560" y="5085184"/>
            <a:ext cx="28200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ko-KR" altLang="en-US" dirty="0"/>
              <a:t>① 학습통계 </a:t>
            </a:r>
            <a:r>
              <a:rPr lang="ko-KR" altLang="en-US" dirty="0" smtClean="0"/>
              <a:t>클릭</a:t>
            </a:r>
            <a:endParaRPr lang="ko-KR" altLang="en-US" dirty="0"/>
          </a:p>
          <a:p>
            <a:pPr fontAlgn="base"/>
            <a:r>
              <a:rPr lang="ko-KR" altLang="en-US" dirty="0" smtClean="0"/>
              <a:t>② </a:t>
            </a:r>
            <a:r>
              <a:rPr lang="ko-KR" altLang="en-US" dirty="0"/>
              <a:t>환자 이름 찾아서 클릭</a:t>
            </a:r>
          </a:p>
          <a:p>
            <a:pPr fontAlgn="base"/>
            <a:r>
              <a:rPr lang="ko-KR" altLang="en-US" dirty="0"/>
              <a:t>③ ‘월’ </a:t>
            </a:r>
            <a:r>
              <a:rPr lang="en-US" altLang="ko-KR" dirty="0"/>
              <a:t>- </a:t>
            </a:r>
            <a:r>
              <a:rPr lang="ko-KR" altLang="en-US" u="sng" dirty="0"/>
              <a:t>‘</a:t>
            </a:r>
            <a:r>
              <a:rPr lang="ko-KR" altLang="en-US" u="sng" dirty="0">
                <a:solidFill>
                  <a:srgbClr val="FF0000"/>
                </a:solidFill>
              </a:rPr>
              <a:t>전체</a:t>
            </a:r>
            <a:r>
              <a:rPr lang="ko-KR" altLang="en-US" u="sng" dirty="0"/>
              <a:t>’</a:t>
            </a:r>
            <a:r>
              <a:rPr lang="ko-KR" altLang="en-US" dirty="0"/>
              <a:t>로 체크</a:t>
            </a:r>
          </a:p>
          <a:p>
            <a:pPr fontAlgn="base"/>
            <a:r>
              <a:rPr lang="ko-KR" altLang="en-US" dirty="0"/>
              <a:t>④ 엑셀 파일 열기 클릭 </a:t>
            </a:r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555776" y="2410618"/>
            <a:ext cx="216024" cy="57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55776" y="2543769"/>
            <a:ext cx="21602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564160" y="2689490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564160" y="2830076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564160" y="2974092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572569" y="3121541"/>
            <a:ext cx="199231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568364" y="3262124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564160" y="3406140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564160" y="3550156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860032" y="2433478"/>
            <a:ext cx="216024" cy="684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564160" y="3694172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555565" y="3838188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561915" y="3982204"/>
            <a:ext cx="2076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2560073" y="4126220"/>
            <a:ext cx="207429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2564159" y="4270236"/>
            <a:ext cx="19904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557712" y="4408904"/>
            <a:ext cx="19904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2564160" y="4535409"/>
            <a:ext cx="19904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2564159" y="2248337"/>
            <a:ext cx="216024" cy="57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292080" y="2439152"/>
            <a:ext cx="216024" cy="57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442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82" y="332656"/>
            <a:ext cx="8093035" cy="4525963"/>
          </a:xfrm>
        </p:spPr>
      </p:pic>
      <p:sp>
        <p:nvSpPr>
          <p:cNvPr id="5" name="TextBox 4"/>
          <p:cNvSpPr txBox="1"/>
          <p:nvPr/>
        </p:nvSpPr>
        <p:spPr>
          <a:xfrm>
            <a:off x="2411760" y="5260835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</a:t>
            </a:r>
            <a:r>
              <a:rPr lang="en-US" altLang="ko-KR" dirty="0"/>
              <a:t>PC-</a:t>
            </a:r>
            <a:r>
              <a:rPr lang="ko-KR" altLang="en-US" dirty="0"/>
              <a:t>다운로드 폴더에서 저장</a:t>
            </a:r>
            <a:r>
              <a:rPr lang="en-US" altLang="ko-KR" dirty="0"/>
              <a:t>/</a:t>
            </a:r>
            <a:r>
              <a:rPr lang="ko-KR" altLang="en-US" dirty="0"/>
              <a:t>확인 </a:t>
            </a:r>
            <a:r>
              <a:rPr lang="ko-KR" altLang="en-US" dirty="0" smtClean="0"/>
              <a:t>가능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283968" y="2852936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283968" y="2663201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355976" y="3239265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342643" y="3645024"/>
            <a:ext cx="265361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319972" y="3789040"/>
            <a:ext cx="238695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283967" y="4005064"/>
            <a:ext cx="22345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283967" y="4293096"/>
            <a:ext cx="274699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319972" y="4463401"/>
            <a:ext cx="252028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183385" y="4609708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211960" y="4797152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72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96" y="343197"/>
            <a:ext cx="6856608" cy="4525963"/>
          </a:xfrm>
        </p:spPr>
      </p:pic>
      <p:sp>
        <p:nvSpPr>
          <p:cNvPr id="5" name="TextBox 4"/>
          <p:cNvSpPr txBox="1"/>
          <p:nvPr/>
        </p:nvSpPr>
        <p:spPr>
          <a:xfrm>
            <a:off x="1433817" y="5301208"/>
            <a:ext cx="6306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 smtClean="0"/>
              <a:t>- </a:t>
            </a:r>
            <a:r>
              <a:rPr lang="ko-KR" altLang="en-US" dirty="0" smtClean="0"/>
              <a:t>항목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r>
              <a:rPr lang="en-US" altLang="ko-KR" dirty="0"/>
              <a:t>(</a:t>
            </a:r>
            <a:r>
              <a:rPr lang="ko-KR" altLang="en-US" dirty="0"/>
              <a:t>매 달 같은 </a:t>
            </a:r>
            <a:r>
              <a:rPr lang="ko-KR" altLang="en-US" dirty="0" smtClean="0"/>
              <a:t>항목으로 진행</a:t>
            </a:r>
            <a:r>
              <a:rPr lang="en-US" altLang="ko-KR" dirty="0" smtClean="0"/>
              <a:t>)</a:t>
            </a:r>
            <a:endParaRPr lang="ko-KR" altLang="en-US" dirty="0"/>
          </a:p>
          <a:p>
            <a:pPr fontAlgn="base"/>
            <a:r>
              <a:rPr lang="en-US" altLang="ko-KR" dirty="0" smtClean="0"/>
              <a:t>- </a:t>
            </a:r>
            <a:r>
              <a:rPr lang="ko-KR" altLang="en-US" dirty="0" smtClean="0"/>
              <a:t>횟수 </a:t>
            </a:r>
            <a:r>
              <a:rPr lang="en-US" altLang="ko-KR" dirty="0"/>
              <a:t>: </a:t>
            </a:r>
            <a:r>
              <a:rPr lang="ko-KR" altLang="en-US" dirty="0"/>
              <a:t>환자분이 치료받은 </a:t>
            </a:r>
            <a:r>
              <a:rPr lang="ko-KR" altLang="en-US" dirty="0" smtClean="0"/>
              <a:t>횟수</a:t>
            </a:r>
            <a:r>
              <a:rPr lang="en-US" altLang="ko-KR" dirty="0" smtClean="0"/>
              <a:t>= </a:t>
            </a:r>
            <a:r>
              <a:rPr lang="ko-KR" altLang="en-US" dirty="0" err="1" smtClean="0"/>
              <a:t>베러코그</a:t>
            </a:r>
            <a:r>
              <a:rPr lang="ko-KR" altLang="en-US" dirty="0" smtClean="0"/>
              <a:t> 오더 넘긴 횟수</a:t>
            </a:r>
            <a:endParaRPr lang="ko-KR" altLang="en-US" dirty="0"/>
          </a:p>
          <a:p>
            <a:pPr fontAlgn="base"/>
            <a:r>
              <a:rPr lang="en-US" altLang="ko-KR" dirty="0" smtClean="0"/>
              <a:t>  (3</a:t>
            </a:r>
            <a:r>
              <a:rPr lang="ko-KR" altLang="en-US" dirty="0"/>
              <a:t>항목 전부 횟수가 </a:t>
            </a:r>
            <a:r>
              <a:rPr lang="ko-KR" altLang="en-US" dirty="0" smtClean="0"/>
              <a:t>같아야 합니다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411760" y="1412776"/>
            <a:ext cx="360040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203848" y="1412775"/>
            <a:ext cx="360040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29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7609"/>
            <a:ext cx="8229600" cy="4247535"/>
          </a:xfrm>
        </p:spPr>
      </p:pic>
      <p:sp>
        <p:nvSpPr>
          <p:cNvPr id="5" name="TextBox 4"/>
          <p:cNvSpPr txBox="1"/>
          <p:nvPr/>
        </p:nvSpPr>
        <p:spPr>
          <a:xfrm>
            <a:off x="2915816" y="5373216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인쇄 눌러서 </a:t>
            </a:r>
            <a:r>
              <a:rPr lang="en-US" altLang="ko-KR" dirty="0" smtClean="0"/>
              <a:t>PDF</a:t>
            </a:r>
            <a:r>
              <a:rPr lang="ko-KR" altLang="en-US" dirty="0" smtClean="0"/>
              <a:t>파일로 저장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643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210" y="260648"/>
            <a:ext cx="6603580" cy="4525963"/>
          </a:xfrm>
        </p:spPr>
      </p:pic>
      <p:sp>
        <p:nvSpPr>
          <p:cNvPr id="5" name="TextBox 4"/>
          <p:cNvSpPr txBox="1"/>
          <p:nvPr/>
        </p:nvSpPr>
        <p:spPr>
          <a:xfrm>
            <a:off x="1259632" y="5363924"/>
            <a:ext cx="6785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층</a:t>
            </a:r>
            <a:r>
              <a:rPr lang="en-US" altLang="ko-KR" dirty="0" smtClean="0"/>
              <a:t> PC – PDF </a:t>
            </a:r>
            <a:r>
              <a:rPr lang="ko-KR" altLang="en-US" dirty="0" smtClean="0"/>
              <a:t>변환 파일 클릭 </a:t>
            </a:r>
            <a:r>
              <a:rPr lang="en-US" altLang="ko-KR" dirty="0" smtClean="0"/>
              <a:t>– PDF </a:t>
            </a:r>
            <a:r>
              <a:rPr lang="ko-KR" altLang="en-US" dirty="0" smtClean="0"/>
              <a:t>파일을 이미지로 변환 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4081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74" y="476672"/>
            <a:ext cx="6830851" cy="4525963"/>
          </a:xfrm>
        </p:spPr>
      </p:pic>
      <p:sp>
        <p:nvSpPr>
          <p:cNvPr id="5" name="TextBox 4"/>
          <p:cNvSpPr txBox="1"/>
          <p:nvPr/>
        </p:nvSpPr>
        <p:spPr>
          <a:xfrm>
            <a:off x="2267744" y="5435932"/>
            <a:ext cx="4381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저장해놓은 </a:t>
            </a:r>
            <a:r>
              <a:rPr lang="en-US" altLang="ko-KR" dirty="0" smtClean="0"/>
              <a:t>PDF </a:t>
            </a:r>
            <a:r>
              <a:rPr lang="ko-KR" altLang="en-US" dirty="0" smtClean="0"/>
              <a:t>파일을 열어 </a:t>
            </a:r>
            <a:r>
              <a:rPr lang="en-US" altLang="ko-KR" dirty="0" smtClean="0"/>
              <a:t>JPG</a:t>
            </a:r>
            <a:r>
              <a:rPr lang="ko-KR" altLang="en-US" dirty="0" smtClean="0"/>
              <a:t>로 변환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131840" y="2794072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339752" y="1871113"/>
            <a:ext cx="288032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985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4664"/>
            <a:ext cx="8229600" cy="3680998"/>
          </a:xfrm>
        </p:spPr>
      </p:pic>
      <p:sp>
        <p:nvSpPr>
          <p:cNvPr id="6" name="TextBox 5"/>
          <p:cNvSpPr txBox="1"/>
          <p:nvPr/>
        </p:nvSpPr>
        <p:spPr>
          <a:xfrm>
            <a:off x="663105" y="4797152"/>
            <a:ext cx="7797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닥터스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EMR – </a:t>
            </a:r>
            <a:r>
              <a:rPr lang="ko-KR" altLang="en-US" dirty="0" smtClean="0"/>
              <a:t>환자 이름 </a:t>
            </a:r>
            <a:r>
              <a:rPr lang="en-US" altLang="ko-KR" dirty="0" smtClean="0"/>
              <a:t>- </a:t>
            </a:r>
            <a:r>
              <a:rPr lang="ko-KR" altLang="en-US" dirty="0" smtClean="0"/>
              <a:t>① 그림파일읽기 </a:t>
            </a:r>
            <a:r>
              <a:rPr lang="en-US" altLang="ko-KR" dirty="0" smtClean="0"/>
              <a:t>- </a:t>
            </a:r>
            <a:r>
              <a:rPr lang="ko-KR" altLang="en-US" dirty="0" smtClean="0"/>
              <a:t>② 월말 또는 치료종결 날짜</a:t>
            </a:r>
            <a:endParaRPr lang="en-US" altLang="ko-KR" dirty="0" smtClean="0"/>
          </a:p>
          <a:p>
            <a:r>
              <a:rPr lang="en-US" altLang="ko-KR" dirty="0" smtClean="0"/>
              <a:t>– </a:t>
            </a:r>
            <a:r>
              <a:rPr lang="ko-KR" altLang="en-US" dirty="0" smtClean="0"/>
              <a:t>작성시간 </a:t>
            </a:r>
            <a:r>
              <a:rPr lang="en-US" altLang="ko-KR" dirty="0" smtClean="0"/>
              <a:t>(18:29:00 / 18:30:00) - </a:t>
            </a:r>
            <a:r>
              <a:rPr lang="ko-KR" altLang="en-US" dirty="0" smtClean="0"/>
              <a:t>③ </a:t>
            </a:r>
            <a:r>
              <a:rPr lang="ko-KR" altLang="en-US" dirty="0" err="1" smtClean="0"/>
              <a:t>전산화인지치료</a:t>
            </a:r>
            <a:r>
              <a:rPr lang="ko-KR" altLang="en-US" dirty="0" smtClean="0"/>
              <a:t> 기록지 </a:t>
            </a:r>
            <a:r>
              <a:rPr lang="en-US" altLang="ko-KR" dirty="0" smtClean="0"/>
              <a:t>- </a:t>
            </a:r>
            <a:r>
              <a:rPr lang="ko-KR" altLang="en-US" dirty="0" smtClean="0"/>
              <a:t>④ 저장</a:t>
            </a:r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55093" y="1052736"/>
            <a:ext cx="216024" cy="117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80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 smtClean="0"/>
              <a:t>평가지는 매 월 말일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또는 치료 마지막 날짜에 올립니다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 smtClean="0"/>
              <a:t>되도록 당일에 평가지 올릴 수 있도록 해주세요</a:t>
            </a:r>
            <a:r>
              <a:rPr lang="en-US" altLang="ko-KR" sz="24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 smtClean="0"/>
              <a:t>궁금한 점은 </a:t>
            </a:r>
            <a:r>
              <a:rPr lang="ko-KR" altLang="en-US" sz="2400" dirty="0" err="1" smtClean="0"/>
              <a:t>오나윤</a:t>
            </a:r>
            <a:r>
              <a:rPr lang="ko-KR" altLang="en-US" sz="2400" dirty="0" smtClean="0"/>
              <a:t> 선생님께 문의해주세요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9357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149</Words>
  <Application>Microsoft Office PowerPoint</Application>
  <PresentationFormat>화면 슬라이드 쇼(4:3)</PresentationFormat>
  <Paragraphs>18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YL001</dc:creator>
  <cp:lastModifiedBy>커ㅁ</cp:lastModifiedBy>
  <cp:revision>14</cp:revision>
  <dcterms:created xsi:type="dcterms:W3CDTF">2020-10-21T23:33:58Z</dcterms:created>
  <dcterms:modified xsi:type="dcterms:W3CDTF">2020-10-27T09:22:33Z</dcterms:modified>
</cp:coreProperties>
</file>